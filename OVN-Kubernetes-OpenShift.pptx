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822960"/>
            <a:ext cx="146304" cy="146304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1371600"/>
            <a:ext cx="146304" cy="146304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4" name="Shape 2"/>
          <p:cNvSpPr/>
          <p:nvPr/>
        </p:nvSpPr>
        <p:spPr>
          <a:xfrm>
            <a:off x="9052560" y="1554480"/>
            <a:ext cx="146304" cy="146304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0" y="2103120"/>
            <a:ext cx="146304" cy="146304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0" y="731520"/>
            <a:ext cx="146304" cy="146304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7" name="Shape 5"/>
          <p:cNvSpPr/>
          <p:nvPr/>
        </p:nvSpPr>
        <p:spPr>
          <a:xfrm>
            <a:off x="9765792" y="896112"/>
            <a:ext cx="914400" cy="548640"/>
          </a:xfrm>
          <a:prstGeom prst="line">
            <a:avLst/>
          </a:prstGeom>
          <a:noFill/>
          <a:ln w="12700">
            <a:solidFill>
              <a:srgbClr val="5A62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65792" y="896112"/>
            <a:ext cx="-640080" cy="731520"/>
          </a:xfrm>
          <a:prstGeom prst="line">
            <a:avLst/>
          </a:prstGeom>
          <a:noFill/>
          <a:ln w="12700">
            <a:solidFill>
              <a:srgbClr val="5A62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80192" y="1444752"/>
            <a:ext cx="-548640" cy="731520"/>
          </a:xfrm>
          <a:prstGeom prst="line">
            <a:avLst/>
          </a:prstGeom>
          <a:noFill/>
          <a:ln w="12700">
            <a:solidFill>
              <a:srgbClr val="5A62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25712" y="1627632"/>
            <a:ext cx="1005840" cy="548640"/>
          </a:xfrm>
          <a:prstGeom prst="line">
            <a:avLst/>
          </a:prstGeom>
          <a:noFill/>
          <a:ln w="12700">
            <a:solidFill>
              <a:srgbClr val="5A6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80192" y="1444752"/>
            <a:ext cx="640080" cy="-640080"/>
          </a:xfrm>
          <a:prstGeom prst="line">
            <a:avLst/>
          </a:prstGeom>
          <a:noFill/>
          <a:ln w="12700">
            <a:solidFill>
              <a:srgbClr val="5A62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NETWORKING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23317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OVN-Kubernetes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822960" y="35204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7C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software-defined networking engine that powers pod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7C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networking, services, and policy enforcement in OpenShift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4736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CNI for OpenShift 4  |  Built on OVN + Open vSwitch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OVN-Kubernetes?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4767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196596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 CNI plugin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265176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as the default Container Network Interface for OpenShift 4.6+, replacing the legacy OpenShift SDN plugin.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94767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223760" y="196596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OVN + OVS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92240" y="265176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Open Virtual Network (OVN) for logical topology with Open vSwitch (OVS) for high-performance packet forwarding.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0120" y="414223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691640" y="416052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Declarative &amp; centralized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60120" y="484632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network state lives in a distributed database; the desired logical topology is computed once and pushed everywhere.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88620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414223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223760" y="416052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Policy-native design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92240" y="484632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NetworkPolicy, multi-tenancy, and egress control are first-class citizens of the logical model, not bolted on.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Plane &amp; Node Components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2057400"/>
          </a:xfrm>
          <a:prstGeom prst="roundRect">
            <a:avLst>
              <a:gd name="adj" fmla="val 3556"/>
            </a:avLst>
          </a:prstGeom>
          <a:solidFill>
            <a:srgbClr val="171B2E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8928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2480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2715768"/>
            <a:ext cx="24803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ovnkube-control-plane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" y="3172968"/>
            <a:ext cx="24345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E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Kubernetes API, computes the logical network topology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577590" y="2331720"/>
            <a:ext cx="2480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577590" y="2715768"/>
            <a:ext cx="24803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nbdb (northbound DB)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577590" y="3172968"/>
            <a:ext cx="24345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E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desired logical topology: switches, routers, ACLs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195060" y="2331720"/>
            <a:ext cx="2480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195060" y="2715768"/>
            <a:ext cx="24803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195060" y="3172968"/>
            <a:ext cx="24345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E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northbound logical state into southbound flows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812530" y="2331720"/>
            <a:ext cx="2480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812530" y="2715768"/>
            <a:ext cx="24803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sbdb (southbound DB)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812530" y="3172968"/>
            <a:ext cx="24345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E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physical/logical bindings consumed by every node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95848" y="3749040"/>
            <a:ext cx="0" cy="256032"/>
          </a:xfrm>
          <a:prstGeom prst="line">
            <a:avLst/>
          </a:prstGeom>
          <a:noFill/>
          <a:ln w="25400">
            <a:solidFill>
              <a:srgbClr val="4A556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160520"/>
            <a:ext cx="10881360" cy="2057400"/>
          </a:xfrm>
          <a:prstGeom prst="roundRect">
            <a:avLst>
              <a:gd name="adj" fmla="val 3556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60120" y="43616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NODE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4800600"/>
            <a:ext cx="2480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60120" y="5184648"/>
            <a:ext cx="24803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ovnkube-node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60120" y="5641848"/>
            <a:ext cx="24345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Per-node agent; wires up pod interfaces and local OVN ports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577590" y="4800600"/>
            <a:ext cx="2480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577590" y="5184648"/>
            <a:ext cx="24803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ovs-vswitchd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577590" y="5641848"/>
            <a:ext cx="24345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User-space OVS daemon that forwards packets per flow rules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195060" y="4800600"/>
            <a:ext cx="2480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195060" y="5184648"/>
            <a:ext cx="24803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ovsdb-server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195060" y="5641848"/>
            <a:ext cx="24345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OVS configuration database for this node's switch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812530" y="4800600"/>
            <a:ext cx="2480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812530" y="5184648"/>
            <a:ext cx="24803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Geneve tunnels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812530" y="5641848"/>
            <a:ext cx="24345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Encapsulate pod traffic between nodes across the cluster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Traffic Actually Flows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Logical topology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pod gets a logical switch port; every namespace can connect through logical routers.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Flow computation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OVN compiles the logical model into OpenFlow rules and programs them into OVS on each node.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40690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Geneve overlay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4348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Pod-to-pod traffic between nodes is encapsulated in Geneve tunnels over the cluster network.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52578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Local fast path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562356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to a pod on the same node is forwarded directly by OVS — no encapsulation needed.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92240" y="1691640"/>
            <a:ext cx="5074920" cy="4572000"/>
          </a:xfrm>
          <a:prstGeom prst="roundRect">
            <a:avLst>
              <a:gd name="adj" fmla="val 1600"/>
            </a:avLst>
          </a:prstGeom>
          <a:solidFill>
            <a:srgbClr val="171B2E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903720" y="2331720"/>
            <a:ext cx="1920240" cy="1371600"/>
          </a:xfrm>
          <a:prstGeom prst="roundRect">
            <a:avLst>
              <a:gd name="adj" fmla="val 4000"/>
            </a:avLst>
          </a:prstGeom>
          <a:solidFill>
            <a:srgbClr val="232A45"/>
          </a:solidFill>
          <a:ln w="12700">
            <a:solidFill>
              <a:srgbClr val="3A43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2423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C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A — OVS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86600" y="2834640"/>
            <a:ext cx="6858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7333488" y="2971800"/>
            <a:ext cx="182880" cy="182880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7955280" y="2834640"/>
            <a:ext cx="6858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8202168" y="2971800"/>
            <a:ext cx="182880" cy="18288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9" name="Shape 17"/>
          <p:cNvSpPr/>
          <p:nvPr/>
        </p:nvSpPr>
        <p:spPr>
          <a:xfrm>
            <a:off x="6903720" y="4343400"/>
            <a:ext cx="1920240" cy="1371600"/>
          </a:xfrm>
          <a:prstGeom prst="roundRect">
            <a:avLst>
              <a:gd name="adj" fmla="val 4000"/>
            </a:avLst>
          </a:prstGeom>
          <a:solidFill>
            <a:srgbClr val="232A45"/>
          </a:solidFill>
          <a:ln w="12700">
            <a:solidFill>
              <a:srgbClr val="3A43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4434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C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B — OVS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086600" y="4846320"/>
            <a:ext cx="6858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7333488" y="4983480"/>
            <a:ext cx="182880" cy="182880"/>
          </a:xfrm>
          <a:prstGeom prst="ellipse">
            <a:avLst/>
          </a:prstGeom>
          <a:solidFill>
            <a:srgbClr val="EE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7955280" y="4846320"/>
            <a:ext cx="6858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8202168" y="4983480"/>
            <a:ext cx="182880" cy="18288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25" name="Shape 23"/>
          <p:cNvSpPr/>
          <p:nvPr/>
        </p:nvSpPr>
        <p:spPr>
          <a:xfrm>
            <a:off x="7863840" y="3703320"/>
            <a:ext cx="0" cy="640080"/>
          </a:xfrm>
          <a:prstGeom prst="line">
            <a:avLst/>
          </a:prstGeom>
          <a:noFill/>
          <a:ln w="25400">
            <a:solidFill>
              <a:srgbClr val="EE000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8961120" y="3474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Geneve tunnel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903720" y="585216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OVN-managed cluster network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 in Production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606040" cy="4023360"/>
          </a:xfrm>
          <a:prstGeom prst="roundRect">
            <a:avLst>
              <a:gd name="adj" fmla="val 2807"/>
            </a:avLst>
          </a:prstGeom>
          <a:solidFill>
            <a:srgbClr val="232A45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488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NetworkPolicy enforcement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14400" y="3749040"/>
            <a:ext cx="2057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7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ACLs implement Kubernetes NetworkPolicy at every logical switch port, cluster-wide.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74720" y="1874520"/>
            <a:ext cx="2606040" cy="4023360"/>
          </a:xfrm>
          <a:prstGeom prst="roundRect">
            <a:avLst>
              <a:gd name="adj" fmla="val 2807"/>
            </a:avLst>
          </a:prstGeom>
          <a:solidFill>
            <a:srgbClr val="232A45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749040" y="301752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Egress IP &amp; egress firewall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749040" y="3749040"/>
            <a:ext cx="2057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7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outbound traffic from a namespace to a stable IP, or restrict where it can go.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1874520"/>
            <a:ext cx="2606040" cy="4023360"/>
          </a:xfrm>
          <a:prstGeom prst="roundRect">
            <a:avLst>
              <a:gd name="adj" fmla="val 2807"/>
            </a:avLst>
          </a:prstGeom>
          <a:solidFill>
            <a:srgbClr val="232A45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21488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583680" y="301752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Multi-network (Multus)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583680" y="3749040"/>
            <a:ext cx="2057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7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pods to additional OVN or third-party networks alongside the default cluster network.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44000" y="1874520"/>
            <a:ext cx="2606040" cy="4023360"/>
          </a:xfrm>
          <a:prstGeom prst="roundRect">
            <a:avLst>
              <a:gd name="adj" fmla="val 2807"/>
            </a:avLst>
          </a:prstGeom>
          <a:solidFill>
            <a:srgbClr val="232A45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18320" y="21488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418320" y="301752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IPv4 / IPv6 dual-stack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418320" y="3749040"/>
            <a:ext cx="2057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7B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support for dual-stack clusters and hybrid overlay for mixed Linux/Windows nodes.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OVN-Kubernetes turns networking into declarative, policy-driven infrastructure for every OpenShift cluster.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OVN-Kubernetes in OpenShift</dc:title>
  <dc:subject>PptxGenJS Presentation</dc:subject>
  <dc:creator>OpenShift Networking</dc:creator>
  <cp:lastModifiedBy>OpenShift Networking</cp:lastModifiedBy>
  <cp:revision>1</cp:revision>
  <dcterms:created xsi:type="dcterms:W3CDTF">2026-06-25T03:29:19Z</dcterms:created>
  <dcterms:modified xsi:type="dcterms:W3CDTF">2026-06-25T03:29:19Z</dcterms:modified>
</cp:coreProperties>
</file>