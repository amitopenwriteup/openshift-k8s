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55448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StatefulSet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OpenShift Developer Sandbox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mariadb:13.0.1-resolute-rc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OpenShift Developer Sandbox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AWS EBS (block) + EFS (shared)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Deploy a persistent, ordered database workload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stable pods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42316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603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4924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Per-pod persistent data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329184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Volume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49240" y="3657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backup storage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Developer Sandbox  |  StatefulSet Workshop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StatefulSet for MariaDB?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286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30175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51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0" y="1051560"/>
            <a:ext cx="3017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051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286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63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identity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463040"/>
            <a:ext cx="30175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4630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30175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630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db-0, db-1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385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193852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9385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 ephemeral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193852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9385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gets own PVC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14016"/>
            <a:ext cx="2286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140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order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2414016"/>
            <a:ext cx="30175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41401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2414016"/>
            <a:ext cx="30175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41401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(0 → 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889504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895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2889504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8895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15000" y="2889504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28895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Per-pod stable DNS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84448"/>
            <a:ext cx="502920" cy="5029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88720" y="349300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188720" y="382219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are stateful by nature. Stable identity lets pods reconnect to the exact same volume after a restart — no data loss, no race conditions between replicas.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Strategy: EBS vs EFS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3749040"/>
          </a:xfrm>
          <a:prstGeom prst="roundRect">
            <a:avLst>
              <a:gd name="adj" fmla="val 3415"/>
            </a:avLst>
          </a:prstGeom>
          <a:solidFill>
            <a:srgbClr val="E0F2F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15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— Elastic Block Store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" y="1783080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745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/ gp3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" y="2313432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313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7452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" y="2843784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8437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Path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74520" y="28437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data directory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/var/lib/mysql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" y="33741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374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74520" y="33741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IOPS, low latency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" y="3904488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74520" y="3904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PVC auto-created per pod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1005840"/>
            <a:ext cx="4069080" cy="3749040"/>
          </a:xfrm>
          <a:prstGeom prst="roundRect">
            <a:avLst>
              <a:gd name="adj" fmla="val 3415"/>
            </a:avLst>
          </a:prstGeom>
          <a:solidFill>
            <a:srgbClr val="F0FDF4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15568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32120" y="1115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— Elastic File System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919472" y="1783080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834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efs-sc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19472" y="2313432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83480" y="2313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0936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19472" y="2843784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83480" y="28437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Path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09360" y="28437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backups &amp; configs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/var/backups/mysql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19472" y="33741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83480" y="3374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309360" y="33741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multi-pod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919472" y="3904488"/>
            <a:ext cx="37490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83480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309360" y="3904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PVC, pre-created manually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StatefulSet + Storage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005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756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mariadb-0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19659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75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mariadb-1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19659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7568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mariadb-2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600200" y="2788920"/>
            <a:ext cx="0" cy="3200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31089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186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PVC (gp2)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26280" y="2788920"/>
            <a:ext cx="0" cy="3200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74720" y="31089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1868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PVC (gp2)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7452360" y="2788920"/>
            <a:ext cx="0" cy="3200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00800" y="31089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18688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PVC (gp2)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1371600" y="406908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4178808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011680" y="40690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PVC (efs-sc)  |  ReadWriteMany  |  Shared across all pods  |  /var/backups/mysql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1600200" y="3794760"/>
            <a:ext cx="0" cy="27432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32" name="Shape 23"/>
          <p:cNvSpPr/>
          <p:nvPr/>
        </p:nvSpPr>
        <p:spPr>
          <a:xfrm>
            <a:off x="4526280" y="3794760"/>
            <a:ext cx="0" cy="27432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33" name="Shape 24"/>
          <p:cNvSpPr/>
          <p:nvPr/>
        </p:nvSpPr>
        <p:spPr>
          <a:xfrm>
            <a:off x="7452360" y="3794760"/>
            <a:ext cx="0" cy="27432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34" name="Shape 2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Verify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937760" cy="3749040"/>
          </a:xfrm>
          <a:prstGeom prst="roundRect">
            <a:avLst>
              <a:gd name="adj" fmla="val 2927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Key Commands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apply -f mariadb-secret.yaml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apply -f mariadb-config.yaml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apply -f mariadb-headless-svc.yaml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apply -f mariadb-efs-pvc.yaml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apply -f mariadb-statefulset.yaml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-l app=mariadb -w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pvc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exec -it mariadb-0 -- bash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1051560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61288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rollout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1371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mariadb-0 ready before mariadb-1 starts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94960" y="1764792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87452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auto-bound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89320" y="2084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data-mariadb-0 PVC created automatically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394960" y="2478024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58775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89320" y="2523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test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989320" y="27980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pod → data survives on EBS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94960" y="3191256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30098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89320" y="3236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989320" y="35112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via Secret (envFrom)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394960" y="3904488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4014216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89320" y="3950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DNS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989320" y="4224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mariadb-0.mariadb-headless.svc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  |  Workshop Complete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MariaDB StatefulSet on OpenShift</dc:title>
  <dc:subject>PptxGenJS Presentation</dc:subject>
  <dc:creator>PptxGenJS</dc:creator>
  <cp:lastModifiedBy>PptxGenJS</cp:lastModifiedBy>
  <cp:revision>1</cp:revision>
  <dcterms:created xsi:type="dcterms:W3CDTF">2026-06-25T01:10:57Z</dcterms:created>
  <dcterms:modified xsi:type="dcterms:W3CDTF">2026-06-25T01:10:57Z</dcterms:modified>
</cp:coreProperties>
</file>