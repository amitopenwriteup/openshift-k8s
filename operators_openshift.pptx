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OperatorHub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914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0" y="1417320"/>
            <a:ext cx="292608" cy="29260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24528" y="1417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Operator?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011680"/>
            <a:ext cx="292608" cy="29260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4528" y="20116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OperatorHub?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606040"/>
            <a:ext cx="292608" cy="29260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24528" y="26060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Operators manage app lifecycle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3200400"/>
            <a:ext cx="292608" cy="29260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4528" y="3200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an Operator step-by-step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40480" y="3794760"/>
            <a:ext cx="292608" cy="29260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24528" y="37947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 in one picture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572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Friendly  |  No prior Kubernetes experience needed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4  | 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Operator?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3F3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Operator as a 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robot assistant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knows everything about running a specific app — installing it, updating it, backing it up, and fixing it when something goes wrong.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651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+ Knowledge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is a piece of software that encodes human expertise about running an app on Kubernetes/OpenShift.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651760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7328" y="2651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Reacts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06324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constantly watches your app and automatically reacts to changes — scale up, self-heal, apply config changes.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5603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651760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01968" y="2651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Kubernetes APIs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06324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extend OpenShift using Custom Resources (CRDs) — new object types specific to your app.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4  |  OperatorHub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OperatorHub?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OperatorHub is the built-in marketplace inside OpenShift where you can browse, find, and install Operators with just a few clicks — no command line needed.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256032" cy="256032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2606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OpenShift Web Console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99232"/>
            <a:ext cx="256032" cy="256032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2999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Operators  in the left menu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92424"/>
            <a:ext cx="256032" cy="256032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" y="33924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OperatorHub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85616"/>
            <a:ext cx="256032" cy="256032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" y="3785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the app you need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78808"/>
            <a:ext cx="256032" cy="256032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" y="4178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Available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2606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MongoDB, Redis 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 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3924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Istio, Cert Manager 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785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Falco 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178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OpenDataHub, Kubeflow 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4  |  Lifecycle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Operators Manage the App Lifecycle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deploys all the pieces your app needs — pods, services, configs —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7276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57276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what you want in a Custom Resource (CR). The Operator reads it and sets everything 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57276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57276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Watch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loops forever, checking your app is healthy and matches your desired state.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31012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1012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available? The Operator can roll out upgrades safely with no downtime.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31012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331012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pod crashes, the Operator notices and restarts it — no human intervention needed.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200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31012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31012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72200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 cleanly — the Operator tears down everything it created in the right order.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4  |  The Full Picture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 in OpenShift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901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591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2377440"/>
            <a:ext cx="32004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224942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828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0" y="1901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3591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Operator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377440"/>
            <a:ext cx="32004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24942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1828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1901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3591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2377440"/>
            <a:ext cx="32004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224942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1828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1901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3591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desired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(YAML)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377440"/>
            <a:ext cx="32004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224942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2360" y="18288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52360" y="1901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23591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154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36118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automate the human knowledge needed to run apps reliably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04164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" y="40416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OperatorHub is your one-stop shop — browse and install in minutes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471416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" y="447141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watches your app 24/7 and handles install, upgrade, heal, and delete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OpenShift Operators &amp; OperatorHub</dc:title>
  <dc:subject>PptxGenJS Presentation</dc:subject>
  <dc:creator>PptxGenJS</dc:creator>
  <cp:lastModifiedBy>PptxGenJS</cp:lastModifiedBy>
  <cp:revision>1</cp:revision>
  <dcterms:created xsi:type="dcterms:W3CDTF">2026-06-25T20:33:02Z</dcterms:created>
  <dcterms:modified xsi:type="dcterms:W3CDTF">2026-06-25T20:33:02Z</dcterms:modified>
</cp:coreProperties>
</file>