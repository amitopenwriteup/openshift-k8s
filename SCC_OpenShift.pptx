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SECURITY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Context Constraints (SCC)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explanation of how OpenShift controls what a pod is allowed to do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3657600" cy="0"/>
          </a:xfrm>
          <a:prstGeom prst="line">
            <a:avLst/>
          </a:prstGeom>
          <a:noFill/>
          <a:ln w="25400">
            <a:solidFill>
              <a:srgbClr val="0B728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SCC?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Context Constraint (SCC) is an OpenShift resource that defines the security rules a pod must follow before it is allowed to run on the cluster.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6949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at pod admission time — before the pod is scheduled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in spirit to Kubernetes Pod Security Standards, but more granular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pod is matched against an SCC; if none allow it, the pod is rejected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admins control which SCCs a user or service account may use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0" y="1783080"/>
            <a:ext cx="356616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0" y="2011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46888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answers the question: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this pod allowed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on the host and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cluster?”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Constraints — OpenShift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SCC Exist?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can ask for powerful, risky permissions. Without limits, a single misbehaving or compromised pod could affect the whole node.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65176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as root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has full privileges inside the container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2834640"/>
            <a:ext cx="265176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mode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1188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can access all devices on the host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834640"/>
            <a:ext cx="265176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network / ports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shares the node's network stack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189720" y="2834640"/>
            <a:ext cx="265176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3017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path volumes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372600" y="356616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can read or write files on the node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 lets the cluster admin allow only what each workload actually needs — the principle of least privilege.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Constraints — OpenShift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SCC Controls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29768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as User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user ID(s) the container may run 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SELinux Context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SELinux labels are applied to the container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fsGroup / Supplemental Groups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ownership of mounted volumes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container can run in privileged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Network / 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container can use the node's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volume types are allowed (e.g. hostPath, configMap)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Capabilities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Linux kernel capabilities can be added or dropped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Constraints — OpenShift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Built-in SCCs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restricted-v2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91840" y="1856232"/>
            <a:ext cx="8092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most workloads. No root, no host access, minimal capabilities.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642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9748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nonroot-v2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2697480"/>
            <a:ext cx="8092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must run as a non-root user, but a few more settings are flexible.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110642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53872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anyuid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538728"/>
            <a:ext cx="8092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container to run as any user, including root.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1106424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37997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hostnetwork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4379976"/>
            <a:ext cx="8092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the pod to use the host's network namespace.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11064240" cy="731520"/>
          </a:xfrm>
          <a:prstGeom prst="rect">
            <a:avLst/>
          </a:prstGeom>
          <a:solidFill>
            <a:srgbClr val="FCEEEE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2212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privileged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5221224"/>
            <a:ext cx="8092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unrestricted access to the host. Reserved for trusted system components.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privileged → most privileged, top to bottom.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Constraints — OpenShift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Pod Gets Matched to an SCC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514600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28529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is submitted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24612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or controller creates a pod, tied to a Service Account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81528" y="28346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286000"/>
            <a:ext cx="2514600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47872" y="28529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SCCs are gathered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47872" y="324612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collects all SCCs available to that Service Account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16168" y="28346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286000"/>
            <a:ext cx="2514600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382512" y="28529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match is chosen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324612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picks the most restrictive SCC the pod still satisfies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750808" y="2834640"/>
            <a:ext cx="2834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2286000"/>
            <a:ext cx="2514600" cy="164592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17152" y="2395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72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17152" y="2852928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is allowed or denied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17152" y="3246120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SCC fits, the pod is rejected with an error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always tries the most restrictive SCC first, then relaxes constraints only as needed.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Constraints — OpenShift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SCCs &amp; Best Practices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an SCC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0352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317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adm policy add-scc-to-user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restricted-v2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-z my-service-account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what's in effect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530352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3434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get scc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 describe scc restricted-v2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2240280"/>
            <a:ext cx="5303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restricted-v2 for almost every workload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broader SCCs (anyuid, privileged) only when truly required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SCCs to service accounts, not individual users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SCC bindings periodically to avoid permission creep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Context Constraints — OpenShift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Context Constraints (SCC) in OpenShift</dc:title>
  <dc:subject>PptxGenJS Presentation</dc:subject>
  <dc:creator>OpenShift Notes</dc:creator>
  <cp:lastModifiedBy>OpenShift Notes</cp:lastModifiedBy>
  <cp:revision>1</cp:revision>
  <dcterms:created xsi:type="dcterms:W3CDTF">2026-06-25T20:55:23Z</dcterms:created>
  <dcterms:modified xsi:type="dcterms:W3CDTF">2026-06-25T20:55:23Z</dcterms:modified>
</cp:coreProperties>
</file>