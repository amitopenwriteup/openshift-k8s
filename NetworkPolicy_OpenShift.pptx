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NETWORKING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NetworkPolicy in OpenShift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explanation of how OpenShift controls traffic between pods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3657600" cy="0"/>
          </a:xfrm>
          <a:prstGeom prst="line">
            <a:avLst/>
          </a:prstGeom>
          <a:noFill/>
          <a:ln w="25400">
            <a:solidFill>
              <a:srgbClr val="0B728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NetworkPolicy?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NetworkPolicy is an OpenShift / Kubernetes resource that controls which pods are allowed to send or receive traffic, and from where.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6949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like a firewall, but applied at the pod level instead of the network edge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pods with a label selector, then defines allowed traffic for them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a single project (namespace)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any NetworkPolicy, pods in a project can usually talk to each other freely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955280" y="1783080"/>
            <a:ext cx="3566160" cy="4023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0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0" y="246888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NetworkPolicy answers: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pods may this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talk to, and which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may talk to it?”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NetworkPolicy — OpenShift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NetworkPolicy Matters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default, every pod in a project can reach every other pod. That openness becomes a risk as soon as more than one team or workload shares a cluster.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651760" cy="192024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017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compromised pod can probe or reach any other pod nearby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29000" y="2834640"/>
            <a:ext cx="2651760" cy="192024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3017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segmentation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11880" y="35661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backend, and database traffic are not separated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2834640"/>
            <a:ext cx="2651760" cy="192024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3017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Cross-team exposure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sharing a cluster can see each other's traffic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89720" y="2834640"/>
            <a:ext cx="2651760" cy="192024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72600" y="3017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audit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372600" y="35661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explicit rules, allowed traffic is implicit and unclear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NetworkPolicy lets a cluster admin move from “allow everything” to “allow only what's needed.”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NetworkPolicy — OpenShift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NetworkPolicy Works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943600" cy="4206240"/>
        </p:xfrm>
        <a:graphic>
          <a:graphicData uri="http://schemas.openxmlformats.org/drawingml/2006/table">
            <a:tbl>
              <a:tblPr/>
              <a:tblGrid>
                <a:gridCol w="1920240"/>
                <a:gridCol w="4023360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podSelector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pods this policy applies 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policyTypes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it governs Ingress, Egress, or both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ingress.from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 sources: pods, namespaces, or IP ranges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egress.to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 destinations for outgoing traffic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ports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protocols and ports are permitted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flow with a policy applied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0" y="2377440"/>
            <a:ext cx="1645920" cy="91440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0" y="23774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595360" y="2240280"/>
            <a:ext cx="17373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B728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22402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rule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966960" y="2377440"/>
            <a:ext cx="1645920" cy="91440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966960" y="23774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B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503920" y="2377440"/>
            <a:ext cx="109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857232" y="2377440"/>
            <a:ext cx="109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858000" y="3429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595360" y="3520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→ Permit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 → Drop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58000" y="44348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across all matching policies are additive — if any policy allows the traffic, it is permitted.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NetworkPolicy — OpenShift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&amp; Best Practices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all, then allow one path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852160" cy="329184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31720"/>
            <a:ext cx="5394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NetworkPolicy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allow-frontend-to-backend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podSelector: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matchLabels: { app: backend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policyTypes: [Ingress]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ingress: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from: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 podSelector: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matchLabels: { app: frontend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ports: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 protocol: TCP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port: 8080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665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766560" y="224028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default deny-all policy per namespace</a:t>
            </a:r>
            <a:endParaRPr lang="en-US" sz="145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add specific allow rules for the traffic you expect</a:t>
            </a:r>
            <a:endParaRPr lang="en-US" sz="145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consistent labels on pods so selectors stay simple</a:t>
            </a:r>
            <a:endParaRPr lang="en-US" sz="145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each policy's intent — rules are easy to forget later</a:t>
            </a:r>
            <a:endParaRPr lang="en-US" sz="145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connectivity after applying, before relying on it in production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NetworkPolicy — OpenShift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NetworkPolicy in OpenShift</dc:title>
  <dc:subject>PptxGenJS Presentation</dc:subject>
  <dc:creator>OpenShift Notes</dc:creator>
  <cp:lastModifiedBy>OpenShift Notes</cp:lastModifiedBy>
  <cp:revision>1</cp:revision>
  <dcterms:created xsi:type="dcterms:W3CDTF">2026-06-25T20:59:00Z</dcterms:created>
  <dcterms:modified xsi:type="dcterms:W3CDTF">2026-06-25T20:59:00Z</dcterms:modified>
</cp:coreProperties>
</file>