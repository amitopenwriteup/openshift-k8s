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05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4630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Upgrade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2148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Node Cordon / Drain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834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Step-by-Step Guide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822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0" y="1298448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298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UPI environment?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1819656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8196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Pre-upgrade checklist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2340864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340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cluster (control plane)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2862072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862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Cordon &amp; Drain?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3383280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worker nodes safely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0" y="3904488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904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Post-upgrade verification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0" y="4425696"/>
            <a:ext cx="274320" cy="2743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0" y="44256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commands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6  |  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UPI Environment?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two OpenShift install methods before we upgrade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251960" cy="3063240"/>
          </a:xfrm>
          <a:prstGeom prst="roundRect">
            <a:avLst>
              <a:gd name="adj" fmla="val 3582"/>
            </a:avLst>
          </a:prstGeom>
          <a:solidFill>
            <a:srgbClr val="EFF6FF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01368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01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8013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Installer-Provisioned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801368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013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228600" cy="228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042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3042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creates &amp; manages the VMs/cloud resources automatically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228600" cy="228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9443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can happen more automatically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228600" cy="228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84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5844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 public cloud (AWS, Azure, GCP)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737360"/>
            <a:ext cx="4251960" cy="3063240"/>
          </a:xfrm>
          <a:prstGeom prst="roundRect">
            <a:avLst>
              <a:gd name="adj" fmla="val 3582"/>
            </a:avLst>
          </a:prstGeom>
          <a:solidFill>
            <a:srgbClr val="FFF5F5"/>
          </a:solidFill>
          <a:ln w="25400">
            <a:solidFill>
              <a:srgbClr val="CC00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801368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801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18013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User-Provisioned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1801368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8013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304288"/>
            <a:ext cx="228600" cy="2286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3042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23042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and manage all VMs, load balancers, DNS, storage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2944368"/>
            <a:ext cx="228600" cy="2286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9443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29443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full control — but more responsibility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0" y="3584448"/>
            <a:ext cx="228600" cy="2286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584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35844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on bare metal, VMware, private cloud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focuses on UPI — where YOU manage the nodes.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6  |  Preparation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Pre-Upgrade Checklist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BEFORE you start — skipping them causes failures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01368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version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clusterversion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your current X.Y.Z version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801368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cluster health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057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nodes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co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359152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Ready, all operators Available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898648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release notes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154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(web browser)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56432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OpenShift release notes for your target version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788920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898648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etcd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31546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pods -n openshift-etcd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456432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etcd snapshot before any upgrade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995928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update path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251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upgrade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553712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upgrade channel and available versions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886200"/>
            <a:ext cx="4251960" cy="987552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3995928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team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4251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(communication)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4553712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maintenance window; inform stakeholders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6  |  Cluster Upgrade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the Cluster (Control Plane)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upgrades the control plane first — masters, etcd, and core operators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FFF5F5"/>
          </a:solidFill>
          <a:ln w="19050">
            <a:solidFill>
              <a:srgbClr val="CC00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783080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Channel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OpenShift which update channel to use (stable, fast, eus)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04872" y="2395728"/>
            <a:ext cx="9144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226771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32888" y="169164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FFF5F5"/>
          </a:solidFill>
          <a:ln w="19050">
            <a:solidFill>
              <a:srgbClr val="CC00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783080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32888" y="23591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Upgrade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upgrade command — OpenShift does the rest for control plane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395728"/>
            <a:ext cx="9144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226771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45736" y="169164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FFF5F5"/>
          </a:solidFill>
          <a:ln w="19050">
            <a:solidFill>
              <a:srgbClr val="CC00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22976" y="1783080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45736" y="23591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37176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cluster operators roll out one by 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30568" y="2395728"/>
            <a:ext cx="9144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226771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58584" y="169164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FFF5F5"/>
          </a:solidFill>
          <a:ln w="19050">
            <a:solidFill>
              <a:srgbClr val="CC00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35824" y="1783080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3582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58584" y="235915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&amp; Verify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50024" y="26517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upgrade completes — workers are still on old version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291840"/>
            <a:ext cx="8503920" cy="1554480"/>
          </a:xfrm>
          <a:prstGeom prst="roundRect">
            <a:avLst>
              <a:gd name="adj" fmla="val 5882"/>
            </a:avLst>
          </a:prstGeom>
          <a:solidFill>
            <a:srgbClr val="F8FA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364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channel: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patch clusterversion version --type merge -p '{"spec":{"channel":"stable-4.14"}}'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9776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upgrade: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upgrade --to-latest=true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251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progress: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oc get clusterversion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5262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operators: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co   (all should show Available=True when done)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6  |  Cordon &amp; Drain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Cordon &amp; Drain?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way to empty a node before you touch it — think of it as 'take the node offline gracefully'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92224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922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cordon &lt;node&gt;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9864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node as  SchedulingDisabled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91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pods will be placed on this node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2160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03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pods keep running (not evicted yet)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33088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putting a 'Do Not Disturb' sign on a hotel room — no new guests, current guests stay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719072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792224"/>
            <a:ext cx="86868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7922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2128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drain &lt;node&gt; --ignore-daemonsets --delete-emptydir-data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67004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99008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971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Evicts ALL running pods off the node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40156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3832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are rescheduled on other nodes automatically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81304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7947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pods to terminate gracefully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22452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42062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asking all hotel guests to check out — room is now empty and ready for renovation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05072" y="2926080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06240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6  |  Worker Node Upgrade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Worker Nodes (One at a Time)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these steps for EACH worker node — never do all nodes at once!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25196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01368"/>
            <a:ext cx="329184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Cordon the node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066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cordon &lt;worker-node&gt;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new pods from landing here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425196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801368"/>
            <a:ext cx="329184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67528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the node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67528" y="2066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drain &lt;worker-node&gt; --ignore-daemonsets --delete-emptydir-data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Evicts all pods; they move to other nodes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25196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898648"/>
            <a:ext cx="329184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the node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163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core@&lt;worker-node-ip&gt;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4747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direct access to the physical/virtual machine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788920"/>
            <a:ext cx="425196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898648"/>
            <a:ext cx="329184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67528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update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67528" y="31638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rpm-ostree upgrade  (or MachineConfig auto-applies)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4747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OS is updated — node will reboot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86200"/>
            <a:ext cx="425196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995928"/>
            <a:ext cx="329184" cy="3291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2688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reboot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688" y="4261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oc get node &lt;worker-node&gt;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572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shows NotReady during reboot, then Ready again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886200"/>
            <a:ext cx="4251960" cy="100584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3995928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67528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Uncordon the node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67528" y="4261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uncordon &lt;worker-node&gt;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4572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is back in rotation — pods can schedule here again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82803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After each node completes, wait for all pods to be Running before moving to the next node.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6  |  Verify &amp; Quick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Post-Upgrade Checks &amp; Quick Reference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everything is healthy — then you're done!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069080" cy="3063240"/>
          </a:xfrm>
          <a:prstGeom prst="roundRect">
            <a:avLst>
              <a:gd name="adj" fmla="val 3582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105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Post-Upgrade Verification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9424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2494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Ready?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nodes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06624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4320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743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updated?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clusterversion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36976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2369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healthy?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94176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30752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3730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running?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pods -A | grep -v Running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374904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24528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4224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events  </a:t>
            </a:r>
            <a:pPr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events -A --sort-by='.lastTimestamp'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719072"/>
            <a:ext cx="4069080" cy="3063240"/>
          </a:xfrm>
          <a:prstGeom prst="roundRect">
            <a:avLst>
              <a:gd name="adj" fmla="val 3582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1810512"/>
            <a:ext cx="3730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Full Flow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19472" y="224028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Check health     oc get nodes  &amp;  oc get co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25146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Start upgrade    oc adm upgrade --to-latest=true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9472" y="27889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Monitor CP       watch oc get clusterversion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06324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Cordon worker    oc adm cordon &lt;node&gt;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333756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Drain worker     oc adm drain &lt;node&gt; --ignore-daemonsets ...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361188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Reboot / update  ssh + rpm-ostree or MachineConfig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38862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Uncordon         oc adm uncordon &lt;node&gt;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416052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Repeat 4-7       for every worker node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9472" y="443484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Final verify     oc get nodes / co / clusterversion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OpenShift UPI Upgrade &amp; Node Drain</dc:title>
  <dc:subject>PptxGenJS Presentation</dc:subject>
  <dc:creator>PptxGenJS</dc:creator>
  <cp:lastModifiedBy>PptxGenJS</cp:lastModifiedBy>
  <cp:revision>1</cp:revision>
  <dcterms:created xsi:type="dcterms:W3CDTF">2026-06-25T20:38:20Z</dcterms:created>
  <dcterms:modified xsi:type="dcterms:W3CDTF">2026-06-25T20:38:20Z</dcterms:modified>
</cp:coreProperties>
</file>